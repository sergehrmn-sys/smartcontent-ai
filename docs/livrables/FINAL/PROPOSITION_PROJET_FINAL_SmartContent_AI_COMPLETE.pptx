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00255" y="0"/>
            <a:ext cx="91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2100255" y="6812280"/>
            <a:ext cx="91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2A30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projet final · Serge Tsebo · AEC IA Appliquée · Collège Multihexa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188720"/>
            <a:ext cx="1554480" cy="15544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0" dist="50800" dir="5400000">
              <a:srgbClr val="7c3aed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55448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projet de fin d'études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 AI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" y="44348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génération automatique de contenu marketing IA, livré par email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SERGE TSEBO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58978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Intelligence Artificielle Appliquée  ·  Collège Multihexa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CONSTAT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observé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facteurs bloquent la présence en ligne des PME québécoises sur les réseaux sociaux.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76218" cy="3840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384048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4612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temps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31190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PME consacre en moyenne moins de 5 h par semaine au marketing.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12 posts adaptés (LinkedIn, Insta, FB, TikTok…) demande 4 à 6 h de travail manuel.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7738" y="2194560"/>
            <a:ext cx="3576218" cy="3840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7738" y="2194560"/>
            <a:ext cx="54864" cy="38404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4688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2058" y="324612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compétences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82058" y="3703320"/>
            <a:ext cx="31190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copywriting multi-plateformes exige la maîtrise des codes propres à chaque réseau (longueur, ton, hashtags, structure).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Rarement disponible en interne.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66837" y="2194560"/>
            <a:ext cx="3576218" cy="3840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66837" y="2194560"/>
            <a:ext cx="54864" cy="384048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4688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41157" y="324612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des agences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41157" y="3703320"/>
            <a:ext cx="311901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agences marketing facturent 1 500 à 4 000 $ CAD / mois.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Ingérable pour la majorité des PME (4 à 10 % du CA brut).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CONTEXTE TECHNOLOGIQUE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 actuelle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91440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est désormais accessible via des API publiques, à un coût marginal de quelques cents par production. 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propose une solution intégrée qui combine génération de texte, génération d'images, automatisation de publication </a:t>
            </a:r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livraison email automatique 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campagnes générées.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349" y="2971800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prompts spécialisés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JSON natif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18145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18145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854" y="2971800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18145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855305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3 formats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 ~18s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87651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87651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360" y="2971800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87651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5024811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publishers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057156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57156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865" y="2971800"/>
            <a:ext cx="585216" cy="585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57156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194316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JSONB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RLS prêt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226662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226662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9370" y="2971800"/>
            <a:ext cx="585216" cy="5852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26662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9363822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email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3000/mois gratuits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que je propose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128016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0020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 complet : 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→ saisie d'un sujet → génération IA → </a:t>
            </a:r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immédiate du livrable marketing dans la boîte mail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 tout pour </a:t>
            </a:r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0,22 $ CAD par campagne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en moins de </a:t>
            </a:r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secondes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050633" cy="32004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017520"/>
            <a:ext cx="54864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299637" y="32004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299637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077" y="3840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425196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663440"/>
            <a:ext cx="1867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mot de passe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17561" y="4297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763865" y="3017520"/>
            <a:ext cx="2050633" cy="32004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63865" y="3017520"/>
            <a:ext cx="54864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Shape 14"/>
          <p:cNvSpPr/>
          <p:nvPr/>
        </p:nvSpPr>
        <p:spPr>
          <a:xfrm>
            <a:off x="3514862" y="32004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3514862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302" y="384048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855305" y="425196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855305" y="4663440"/>
            <a:ext cx="1867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+ secteur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+ 12 plateformes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32787" y="4297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4979091" y="3017520"/>
            <a:ext cx="2050633" cy="32004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979091" y="3017520"/>
            <a:ext cx="54864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1"/>
          <p:cNvSpPr/>
          <p:nvPr/>
        </p:nvSpPr>
        <p:spPr>
          <a:xfrm>
            <a:off x="5730088" y="32004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2"/>
          <p:cNvSpPr/>
          <p:nvPr/>
        </p:nvSpPr>
        <p:spPr>
          <a:xfrm>
            <a:off x="5730088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84048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70531" y="425196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IA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070531" y="4663440"/>
            <a:ext cx="1867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DALL-E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textes + 3 images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048012" y="4297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7194316" y="3017520"/>
            <a:ext cx="2050633" cy="32004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194316" y="3017520"/>
            <a:ext cx="54864" cy="3200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Shape 28"/>
          <p:cNvSpPr/>
          <p:nvPr/>
        </p:nvSpPr>
        <p:spPr>
          <a:xfrm>
            <a:off x="7945313" y="32004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29"/>
          <p:cNvSpPr/>
          <p:nvPr/>
        </p:nvSpPr>
        <p:spPr>
          <a:xfrm>
            <a:off x="7945313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753" y="3840480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285756" y="425196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285756" y="4663440"/>
            <a:ext cx="1867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publishers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9263238" y="429768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3"/>
          <p:cNvSpPr/>
          <p:nvPr/>
        </p:nvSpPr>
        <p:spPr>
          <a:xfrm>
            <a:off x="9409542" y="3017520"/>
            <a:ext cx="2050633" cy="32004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9409542" y="3017520"/>
            <a:ext cx="54864" cy="32004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1" name="Shape 35"/>
          <p:cNvSpPr/>
          <p:nvPr/>
        </p:nvSpPr>
        <p:spPr>
          <a:xfrm>
            <a:off x="10160538" y="320040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2" name="Text 36"/>
          <p:cNvSpPr/>
          <p:nvPr/>
        </p:nvSpPr>
        <p:spPr>
          <a:xfrm>
            <a:off x="10160538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978" y="3840480"/>
            <a:ext cx="365760" cy="36576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500982" y="4251960"/>
            <a:ext cx="18677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courriel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9500982" y="4663440"/>
            <a:ext cx="186775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Resend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boîte mail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48640" y="6355080"/>
            <a:ext cx="11094415" cy="36576"/>
          </a:xfrm>
          <a:prstGeom prst="rect">
            <a:avLst/>
          </a:prstGeom>
          <a:solidFill>
            <a:srgbClr val="4ADE80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envisagée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en 6 services cloud, depuis l'interface utilisateur jusqu'à la livraison du courriel.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6608" y="2377440"/>
            <a:ext cx="1691640" cy="24688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6608" y="2377440"/>
            <a:ext cx="54864" cy="246888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108" y="26060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6608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2328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42820" y="3200400"/>
            <a:ext cx="10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7976" y="2377440"/>
            <a:ext cx="1691640" cy="24688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47976" y="2377440"/>
            <a:ext cx="54864" cy="24688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76" y="26060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7976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593696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Pydantic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244188" y="3200400"/>
            <a:ext cx="10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49344" y="2377440"/>
            <a:ext cx="1691640" cy="24688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49344" y="2377440"/>
            <a:ext cx="54864" cy="246888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844" y="260604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49344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395064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DALL-E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045556" y="3200400"/>
            <a:ext cx="10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150712" y="2377440"/>
            <a:ext cx="1691640" cy="24688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50712" y="2377440"/>
            <a:ext cx="54864" cy="24688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212" y="260604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50712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196432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JSONB hébergé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846924" y="3200400"/>
            <a:ext cx="10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7952080" y="2377440"/>
            <a:ext cx="1691640" cy="24688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952080" y="2377440"/>
            <a:ext cx="54864" cy="246888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580" y="260604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952080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7997800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5678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9648292" y="3200400"/>
            <a:ext cx="100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9753448" y="2377440"/>
            <a:ext cx="1691640" cy="24688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753448" y="2377440"/>
            <a:ext cx="54864" cy="246888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4948" y="2606040"/>
            <a:ext cx="548640" cy="5486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753448" y="3246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9799168" y="3703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email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HTTPS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548640" y="5120640"/>
            <a:ext cx="11094415" cy="100584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2" name="Text 34"/>
          <p:cNvSpPr/>
          <p:nvPr/>
        </p:nvSpPr>
        <p:spPr>
          <a:xfrm>
            <a:off x="777240" y="52578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stack ?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UI rapide (Streamlit), validation typée (Pydantic), workflow lisible pour démo (n8n), zéro infra à gérer (Supabase),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email professionnelle (Resend, 3000 emails/mois gratuits).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open-source ou freemium.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POSITIONNEMENT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la concurrence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analysé quatre outils existants. Aucun ne combine génération multi-plateformes + livraison email automatique au prix pay-per-use.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4415" cy="502920"/>
          </a:xfrm>
          <a:prstGeom prst="rect">
            <a:avLst/>
          </a:prstGeom>
          <a:solidFill>
            <a:srgbClr val="7C3AED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148840"/>
            <a:ext cx="1739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07843" y="2148840"/>
            <a:ext cx="1406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TEXTE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1061" y="2148840"/>
            <a:ext cx="1406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14279" y="2148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MULTI-PLATEFORMES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33162" y="2148840"/>
            <a:ext cx="129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75436" y="2148840"/>
            <a:ext cx="22944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/ MOIS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27157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Hootsuite 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07843" y="27157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1061" y="27157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14279" y="27157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33162" y="27157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75436" y="27157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99 $ USD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31729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Jasper.ai Creator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07843" y="31729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1061" y="31729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14279" y="31729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33162" y="31729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75436" y="31729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49 $ USD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6301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" y="36301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Predis.ai Solo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07843" y="36301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61061" y="36301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14279" y="36301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plateformes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33162" y="36301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75436" y="36301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32 $ USD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0873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" y="40873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ContentStudio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07843" y="40873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61061" y="40873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14279" y="40873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plateformes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33162" y="40873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75436" y="40873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49 $ USD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544568"/>
            <a:ext cx="11094415" cy="41148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" y="45445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 AI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07843" y="45445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spécial.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61061" y="45445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14279" y="45445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33162" y="45445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275436" y="45445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0,22 $ / camp.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77240" y="560527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angle différenciant : </a:t>
            </a:r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+ 12 plateformes + livraison email intégrée, à un coût pay-per-use plutôt qu'un abonnement mensuel.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PLANNING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prévisionnel — 7 semaines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572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1027590" y="187452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2759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Python 3.14, FastAPI, Supabase. Schéma SQL. Authentification bcrypt + JWT.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6619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6619" y="1691640"/>
            <a:ext cx="54864" cy="4572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5569" y="187452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2625569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38059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OpenAI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38059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prompts spécialisés par plateforme. Mode JSON natif. Tests unitaires des parseurs.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4599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4599" y="1691640"/>
            <a:ext cx="54864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3548" y="18745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22354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6039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MVP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36039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basique : auth, formulaire, affichage tabs. Persistance Supabase.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2578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2578" y="1691640"/>
            <a:ext cx="54864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5821528" y="18745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8215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34018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+ n8n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34018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3 images parallèles. Import workflow n8n 17 nœuds. Test publication mock.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0557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0557" y="1691640"/>
            <a:ext cx="54864" cy="4572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Shape 29"/>
          <p:cNvSpPr/>
          <p:nvPr/>
        </p:nvSpPr>
        <p:spPr>
          <a:xfrm>
            <a:off x="7419507" y="187452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2" name="Text 30"/>
          <p:cNvSpPr/>
          <p:nvPr/>
        </p:nvSpPr>
        <p:spPr>
          <a:xfrm>
            <a:off x="7419507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31997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UI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31997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modules CSS, cartes premium par plateforme, animations, responsive desktop/mobile.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38537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38537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7" name="Shape 35"/>
          <p:cNvSpPr/>
          <p:nvPr/>
        </p:nvSpPr>
        <p:spPr>
          <a:xfrm>
            <a:off x="9017486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8" name="Text 36"/>
          <p:cNvSpPr/>
          <p:nvPr/>
        </p:nvSpPr>
        <p:spPr>
          <a:xfrm>
            <a:off x="901748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29977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Resend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29977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Resend, template HTML brandé, route /generate/send-email, test end-to-end.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136516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136516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15466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4" name="Text 42"/>
          <p:cNvSpPr/>
          <p:nvPr/>
        </p:nvSpPr>
        <p:spPr>
          <a:xfrm>
            <a:off x="1061546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227956" y="2514600"/>
            <a:ext cx="13236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227956" y="3063240"/>
            <a:ext cx="132365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mémoire écrit, deck PowerPoint, vidéo démo. Répétitions de présentation.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RÉALISME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 et mitigations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risques principaux ont été anticipés et associés à un plan B.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1874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OpenAI indisponible ou prix qui change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4472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 : le service IA est une couche que je peux remplacer par Anthropic Claude ou un Llama auto-hébergé en moins d'une journée.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48" y="21945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5848" y="21945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8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4448" y="26060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d'apprentissage trop ambitieux pour 7 semaines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4448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34472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 MVP minimal (S1-S5) + email + soutenance (S6-S7). Si je suis en retard, je livre les 5 premières semaines et reporte certains polish.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251960"/>
            <a:ext cx="54864" cy="1874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livrés en spam au début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55046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offre un domaine de test (onboarding@resend.dev) pour valider. En production, je configurerai DKIM + SPF sur un domaine custom pour la délivrabilité.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5848" y="42519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5848" y="42519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24448" y="46634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de coûts OpenAI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4448" y="5257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4448" y="55046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strict : 30 $ CAD de crédit OpenAI au total pour le projet. Cible vérifiée à 0,22 $ par campagne, soit ~135 campagnes possibles dans le budget.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ENGAGEMENTS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et critères de succès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55768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PRÉVUS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remettre au jury à la soutenance.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complet (GitHub public, README pro)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déployée en cloud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d'inscription utilisateur + auth sécurisée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12 plateformes + 3 images DALL-E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email automatique du livrable marketing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écrit ≈ 40-50 pages (Word + PDF)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UML + cahier des charges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PowerPoint + vidéo démo 3 à 5 minutes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7288" y="1691640"/>
            <a:ext cx="5455768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87288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6415888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SUCCÈS QUANTIFIÉS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5888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Mesurables au moment de la démonstration.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15888" y="26974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+ auth fonctionnelles (bcrypt + JWT)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 générées en moins de 90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images DALL-E parallèles en moins de 25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exécuté en moins de 500 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reçu dans la boîte mail en moins de 30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mesuré inférieur à 0,30 $ CAD / campagne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responsive testée à 3 résolutions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testé via smoke tests automatisés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long terme — au-delà du 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académique est conçu comme la base d'un produit commercial déployable sur 9 à 12 mois.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4114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académique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91440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bcrypt + JWT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12 plateformes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(3 formats)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+ Resend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premium glassmorphism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7738" y="2194560"/>
            <a:ext cx="54864" cy="4114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82058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82058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PUBLICATION RÉELLE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82058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Post-soutenance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82058" y="3611880"/>
            <a:ext cx="91440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82058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LinkedIn / Meta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marketing 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vidéo (Runway / Veo)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off ElevenLabs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post-publication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6837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6837" y="2194560"/>
            <a:ext cx="54864" cy="4114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8341157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41157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COMMERCIAL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41157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SaaS payant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41157" y="3611880"/>
            <a:ext cx="914400" cy="10973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8341157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 + PWA mobile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(Free / 29 / 79 / 199 $)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Loi 25 + RGPD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agences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 partenaires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envisagées (Phase 2 et au-delà)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modulaire facilitera l'ajout de services tiers. Voici les intégrations cibles, regroupées par catégorie.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(Phase 2)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73152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profils + pages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+ Instagram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Business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officielle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API v2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programmés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07738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7738" y="2103120"/>
            <a:ext cx="54864" cy="4206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36338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CONTENU (Phase 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36338" y="2606040"/>
            <a:ext cx="73152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82058" y="278892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205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22138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22138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textes + qualité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82058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205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22138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22138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off vidéos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82058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2058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22138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22138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courtes 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82058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8205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22138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22138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self-hosted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66837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66837" y="2103120"/>
            <a:ext cx="54864" cy="42062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8" name="Text 46"/>
          <p:cNvSpPr/>
          <p:nvPr/>
        </p:nvSpPr>
        <p:spPr>
          <a:xfrm>
            <a:off x="8295437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(Phase 1 &amp; 3)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95437" y="2606040"/>
            <a:ext cx="731520" cy="10973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0" name="Shape 48"/>
          <p:cNvSpPr/>
          <p:nvPr/>
        </p:nvSpPr>
        <p:spPr>
          <a:xfrm>
            <a:off x="8341157" y="2788920"/>
            <a:ext cx="502920" cy="502920"/>
          </a:xfrm>
          <a:prstGeom prst="ellipse">
            <a:avLst/>
          </a:prstGeom>
          <a:solidFill>
            <a:srgbClr val="4ADE8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41157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81237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(MVP)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981237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email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41157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41157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981237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981237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SaaS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41157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1157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981237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981237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posts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41157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1157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981237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981237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+ conversions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914400"/>
            <a:ext cx="1828800" cy="1828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0" dist="50800" dir="5400000">
              <a:srgbClr val="7c3aed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3258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ouverte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retours m'aideront à ajuster le périmètre avant le démarrage.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4754880"/>
            <a:ext cx="10362895" cy="155448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493776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QUESTION CONCRÈTE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5257800"/>
            <a:ext cx="9905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prioriser </a:t>
            </a:r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 textuelles en surface avec livraison email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plateformes avec publication réelle via OAuth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quelle approche vous semble la plus solide pédagogiquement pour la soutenance 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SmartContent AI — Proposition de projet final</dc:title>
  <dc:subject>PptxGenJS Presentation</dc:subject>
  <dc:creator>Serge Tsebo</dc:creator>
  <cp:lastModifiedBy>Serge Tsebo</cp:lastModifiedBy>
  <cp:revision>1</cp:revision>
  <dcterms:created xsi:type="dcterms:W3CDTF">2026-05-12T18:26:11Z</dcterms:created>
  <dcterms:modified xsi:type="dcterms:W3CDTF">2026-05-12T18:26:11Z</dcterms:modified>
</cp:coreProperties>
</file>