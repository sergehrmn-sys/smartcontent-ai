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00255" y="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2100255" y="681228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A30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projet · Serge Tsebo · AEC IA Appliquée · Mai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188720"/>
            <a:ext cx="1554480" cy="15544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0" dist="50800" dir="5400000">
              <a:srgbClr val="7c3aed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5544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projet de fin d'études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371600" y="443484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et publication automatique de contenu marketing IA pour PME québécoises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 TSEBO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58978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Intelligence Artificielle Appliquée  ·  Collège Multihexa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CONSTAT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observé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facteurs bloquent la présence en ligne des PME québécoises sur les réseaux sociaux.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384048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temps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PME consacre en moyenne moins de 5 h par semaine au marketing.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12 posts adaptés (LinkedIn, Insta, FB, TikTok…) demande 4 à 6 h de travail manuel.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7738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738" y="2194560"/>
            <a:ext cx="54864" cy="3840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688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2058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compétences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82058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copywriting multi-plateformes exige la maîtrise des codes propres à chaque réseau (longueur, ton, hashtags, structure).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Rarement disponible en interne.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66837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66837" y="2194560"/>
            <a:ext cx="54864" cy="384048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468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des agences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41157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marketing facturent 1 500 à 4 000 $ CAD / mois.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Ingérable pour la majorité des PME (4 à 10 % du CA brut).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CONTEXTE TECHNOLOGIQUE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 actuelle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est désormais accessible via des API publiques, à un coût marginal de quelques cents par production.
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manque encore d'une solution intégrée qui combine </a:t>
            </a:r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texte multi-plateformes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d'images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publication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82164" cy="29260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108960"/>
            <a:ext cx="54864" cy="29260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114" y="3337560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02336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23164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multi-plateformes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 JSON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49676" y="3108960"/>
            <a:ext cx="2682164" cy="29260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49676" y="3108960"/>
            <a:ext cx="54864" cy="29260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150" y="3337560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49676" y="402336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32556" y="4526280"/>
            <a:ext cx="23164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3 formats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(carré, paysage, portrait)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50712" y="3108960"/>
            <a:ext cx="2682164" cy="29260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50712" y="3108960"/>
            <a:ext cx="54864" cy="29260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186" y="333756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0712" y="402336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33592" y="4526280"/>
            <a:ext cx="23164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publishers parallèles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51747" y="3108960"/>
            <a:ext cx="2682164" cy="29260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51747" y="3108960"/>
            <a:ext cx="54864" cy="29260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0221" y="3337560"/>
            <a:ext cx="585216" cy="585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747" y="402336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34627" y="4526280"/>
            <a:ext cx="23164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hébergé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JSONB flexible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que je propose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13716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idée → </a:t>
            </a:r>
            <a:pPr indent="0" marL="0">
              <a:buNone/>
            </a:pPr>
            <a:r>
              <a:rPr lang="en-US" sz="1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posts adaptés</a:t>
            </a:r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visuels DALL-E</a:t>
            </a:r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via n8n</a:t>
            </a:r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ciblé sur le coût de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CAD par campagne</a:t>
            </a:r>
            <a:pPr indent="0" marL="0">
              <a:buNone/>
            </a:pPr>
            <a:r>
              <a:rPr lang="en-US" sz="1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55768" cy="2743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00400"/>
            <a:ext cx="54864" cy="27432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832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3832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j'inclurai dans le MVP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499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 (sécurité de base)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GPT-4o avec 12 prompts spécialisés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(3 formats parallèles)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avec routage Switch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Streamlit responsive premium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7288" y="3200400"/>
            <a:ext cx="5455768" cy="2743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87288" y="3200400"/>
            <a:ext cx="54864" cy="274320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33832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5968" y="33832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n'inclurai PAS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61608" y="4023360"/>
            <a:ext cx="49985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réelle (LinkedIn / Meta 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 programmation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 IA (Runway / Veo)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post-publication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et abonnements payants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envisagée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en 5 couches, chacune avec une responsabilité bien définie.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0888" y="2468880"/>
            <a:ext cx="2011680" cy="23774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0888" y="2468880"/>
            <a:ext cx="54864" cy="23774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120" y="269748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88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0888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3085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895448" y="2468880"/>
            <a:ext cx="2011680" cy="23774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95448" y="246888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80" y="2697480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544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895448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Pydantic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2541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090008" y="2468880"/>
            <a:ext cx="2011680" cy="23774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90008" y="2468880"/>
            <a:ext cx="54864" cy="237744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697480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9000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090008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DALL-E 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11997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284568" y="2468880"/>
            <a:ext cx="2011680" cy="23774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84568" y="246888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800" y="2697480"/>
            <a:ext cx="585216" cy="5852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8456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284568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JSONB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31453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9479128" y="2468880"/>
            <a:ext cx="2011680" cy="23774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479128" y="2468880"/>
            <a:ext cx="54864" cy="23774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360" y="2697480"/>
            <a:ext cx="585216" cy="5852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47912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9479128" y="3840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5678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77240" y="5349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stack ?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UI rapide (Streamlit), validation typée (Pydantic), workflow lisible pour démo (n8n), zéro infra à gérer (Supabase). Tout est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ou freemium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POSITIONNEMENT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la concurrence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analysé six outils existants. Aucun ne combine les trois piliers simultanément.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4415" cy="502920"/>
          </a:xfrm>
          <a:prstGeom prst="rect">
            <a:avLst/>
          </a:prstGeom>
          <a:solidFill>
            <a:srgbClr val="7C3AED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2257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0851" y="2103120"/>
            <a:ext cx="18141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TEXTE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7846" y="2103120"/>
            <a:ext cx="18141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IMAGE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74841" y="2103120"/>
            <a:ext cx="2257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MULTI-PLATEFORMES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15612" y="21031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MOIS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94415" cy="457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7004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 Pro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80851" y="267004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7846" y="267004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74841" y="267004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15612" y="2670048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99 $ USD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11094415" cy="457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17296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Jasper.ai Creator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80851" y="317296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7846" y="317296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74841" y="317296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15612" y="3172968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11094415" cy="457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67588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Predis.ai Solo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80851" y="367588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7846" y="367588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74841" y="367588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plateformes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15612" y="3675888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32 $ USD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178808"/>
            <a:ext cx="11094415" cy="4572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17880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ContentStudio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80851" y="417880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7846" y="417880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74841" y="417880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plateformes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15612" y="4178808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681728"/>
            <a:ext cx="11094415" cy="4572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468172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80851" y="468172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spécial.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7846" y="4681728"/>
            <a:ext cx="1814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74841" y="4681728"/>
            <a:ext cx="225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15612" y="4681728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/ camp.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560527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angle différenciant : </a:t>
            </a:r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+ 12 plateformes + publication intégrées, à un coût pay-per-use plutôt que mensuel.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PLANNING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prévisionnel — 7 semaines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027590" y="187452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2759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Python 3.14, FastAPI, Supabase. Schéma SQL. Authentification bcrypt + JWT.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661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6619" y="1691640"/>
            <a:ext cx="54864" cy="4572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5569" y="187452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2625569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38059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OpenAI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38059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prompts spécialisés par plateforme. Mode JSON. Tests unitaires des parseurs.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459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4599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3548" y="18745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2235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6039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MVP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36039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basique : auth, formulaire, affichage tabs. Persistance Supabase.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2578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2578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821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34018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+ n8n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34018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3 images parallèles. Import workflow n8n 17 nœuds. Test publication mock.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055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0557" y="1691640"/>
            <a:ext cx="54864" cy="4572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7419507" y="187452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7419507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31997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UI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31997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modules CSS, cartes premium par plateforme, animations, responsive desktop/mobile.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3853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38537" y="1691640"/>
            <a:ext cx="54864" cy="4572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7" name="Shape 35"/>
          <p:cNvSpPr/>
          <p:nvPr/>
        </p:nvSpPr>
        <p:spPr>
          <a:xfrm>
            <a:off x="9017486" y="187452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8" name="Text 36"/>
          <p:cNvSpPr/>
          <p:nvPr/>
        </p:nvSpPr>
        <p:spPr>
          <a:xfrm>
            <a:off x="901748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29977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29977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schémas UML, README pro, push GitHub.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136516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36516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15466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1061546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27956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227956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écrit, deck PowerPoint, vidéo démo. Répétitions de présentation.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RÉALISME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 et mitigations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risques principaux ont été anticipés et associés à un plan 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1874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OpenAI indisponible ou prix qui 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: le service IA est une couche que je peux remplacer par Anthropic Claude ou un Llama auto-hébergé en moins d'une journée.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5848" y="21945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8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4448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d'apprentissage trop ambitieux pour 7 semaines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4448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MVP minimal (semaines 1-4) + polish/doc (semaines 5-7). Si je suis en retard, je livre les semaines 1-4 et reporte certains polish.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51960"/>
            <a:ext cx="54864" cy="1874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trop complexe à débugger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démarré avec 4 publishers seulement, étendu à 12 si tout va bien. Mode test n8n permet débogage pas-à-pas visuel.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5848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5848" y="42519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4448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coûts OpenAI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4448" y="5257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4448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strict : 30 $ CAD de crédit OpenAI au total pour le projet. Cible vérifiée à 0,22 $ par campagne, soit ~135 campagnes possibles dans le budget.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ENGAGEMENTS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et critères de succès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PRÉVUS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remettre au jury à la soutenance.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complet (GitHub public, README pro)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en local (3 services)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écrit ≈ 40-50 pages (Word + PDF)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détaillé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UML (architecture, séquences, 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PowerPoint de soutenance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démo de 3 à 5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7288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7288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SUCCÈS QUANTIFIÉS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5888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Mesurables et observables au moment de la démonstration.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5888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 générées en moins de 90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images DALL-E parallèles en moins de 25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inférieur à 0,30 $ CAD par campagne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 testée à 3 résolutions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exécuté en moins de 500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 fonctionnelle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testé via smoke tests automatisés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long terme — au-delà du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académique est conçu comme la base d'un produit commercial déployable sur 9 à 12 mois.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4114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914400" cy="10973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12 plateformes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(3 formats)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premium glassmorphism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7738" y="2194560"/>
            <a:ext cx="54864" cy="4114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82058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82058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ENRICHISSEMENT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82058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Post-soutenance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82058" y="3611880"/>
            <a:ext cx="91440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82058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réelle LinkedIn / Meta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marketing 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 (Runway / Veo)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ElevenLabs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post-publication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6837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6837" y="2194560"/>
            <a:ext cx="54864" cy="411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341157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41157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COMMERCIAL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41157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SaaS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41157" y="3611880"/>
            <a:ext cx="91440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341157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+ PWA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(Free / 29 / 79 / 199 $)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Loi 25 + RGPD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agences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partenaires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futures envisagées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modulaire facilite l'ajout de services tiers. Voici les intégrations cibles, regroupées par catégorie.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73152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profils + pages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Instagram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Business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officielle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API v2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programmés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07738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7738" y="2103120"/>
            <a:ext cx="54864" cy="4206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36338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CONTENU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36338" y="2606040"/>
            <a:ext cx="73152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82058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205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22138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2138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textes + qualité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2058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205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2138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22138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vidéos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82058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2058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22138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2138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courtes 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2058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8205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22138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22138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self-hosted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66837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66837" y="2103120"/>
            <a:ext cx="54864" cy="4206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8" name="Text 46"/>
          <p:cNvSpPr/>
          <p:nvPr/>
        </p:nvSpPr>
        <p:spPr>
          <a:xfrm>
            <a:off x="8295437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95437" y="2606040"/>
            <a:ext cx="731520" cy="10973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8341157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1157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81237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981237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SaaS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41157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1157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81237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81237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posts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41157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1157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981237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CRM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981237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clients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1157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1157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981237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981237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+ conversions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48640" y="6446520"/>
            <a:ext cx="11094415" cy="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914400"/>
            <a:ext cx="1828800" cy="1828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0" dist="50800" dir="5400000">
              <a:srgbClr val="7c3aed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3258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ouverte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retours m'aideront à ajuster le périmètre avant le démarrage.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4754880"/>
            <a:ext cx="10362895" cy="155448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49377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QUESTION CONCRÈTE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525780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couvrir </a:t>
            </a:r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 en surface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plateformes en profondeur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(avec publication réelle), laquelle vous semble la plus solide pédagogiquement 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SmartContent AI — Pitch projet</dc:title>
  <dc:subject>PptxGenJS Presentation</dc:subject>
  <dc:creator>Serge Tsebo</dc:creator>
  <cp:lastModifiedBy>Serge Tsebo</cp:lastModifiedBy>
  <cp:revision>1</cp:revision>
  <dcterms:created xsi:type="dcterms:W3CDTF">2026-05-08T21:50:39Z</dcterms:created>
  <dcterms:modified xsi:type="dcterms:W3CDTF">2026-05-08T21:50:39Z</dcterms:modified>
</cp:coreProperties>
</file>